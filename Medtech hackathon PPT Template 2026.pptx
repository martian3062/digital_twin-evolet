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media/image10.svg" ContentType="image/svg+xml"/>
  <Override PartName="/ppt/media/image12.svg" ContentType="image/svg+xml"/>
  <Override PartName="/ppt/media/image2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</p:sldIdLst>
  <p:sldSz cx="18288000" cy="10287000"/>
  <p:notesSz cx="6858000" cy="9144000"/>
  <p:embeddedFontLst>
    <p:embeddedFont>
      <p:font typeface="Poppins Bold" panose="00000800000000000000"/>
      <p:bold r:id="rId16"/>
    </p:embeddedFont>
    <p:embeddedFont>
      <p:font typeface="Poppins Italics" panose="00000500000000000000"/>
      <p:italic r:id="rId17"/>
    </p:embeddedFont>
    <p:embeddedFont>
      <p:font typeface="Calibri" panose="020F050202020403020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8" userDrawn="1">
          <p15:clr>
            <a:srgbClr val="A4A3A4"/>
          </p15:clr>
        </p15:guide>
        <p15:guide id="2" pos="28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8"/>
        <p:guide pos="283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font" Target="fonts/font6.fntdata"/><Relationship Id="rId20" Type="http://schemas.openxmlformats.org/officeDocument/2006/relationships/font" Target="fonts/font5.fntdata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6.jpeg"/><Relationship Id="rId7" Type="http://schemas.openxmlformats.org/officeDocument/2006/relationships/image" Target="../media/image4.png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6.jpeg"/><Relationship Id="rId7" Type="http://schemas.openxmlformats.org/officeDocument/2006/relationships/image" Target="../media/image4.png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6.jpeg"/><Relationship Id="rId7" Type="http://schemas.openxmlformats.org/officeDocument/2006/relationships/image" Target="../media/image4.png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6.jpeg"/><Relationship Id="rId7" Type="http://schemas.openxmlformats.org/officeDocument/2006/relationships/image" Target="../media/image4.png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6.jpeg"/><Relationship Id="rId7" Type="http://schemas.openxmlformats.org/officeDocument/2006/relationships/image" Target="../media/image4.png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6.jpeg"/><Relationship Id="rId7" Type="http://schemas.openxmlformats.org/officeDocument/2006/relationships/image" Target="../media/image4.png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6.jpeg"/><Relationship Id="rId7" Type="http://schemas.openxmlformats.org/officeDocument/2006/relationships/image" Target="../media/image4.png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6.jpeg"/><Relationship Id="rId7" Type="http://schemas.openxmlformats.org/officeDocument/2006/relationships/image" Target="../media/image4.png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3411835" y="5395595"/>
            <a:ext cx="4876165" cy="4891405"/>
          </a:xfrm>
          <a:custGeom>
            <a:avLst/>
            <a:gdLst/>
            <a:ahLst/>
            <a:cxnLst/>
            <a:rect l="l" t="t" r="r" b="b"/>
            <a:pathLst>
              <a:path w="7200900" h="7200900">
                <a:moveTo>
                  <a:pt x="7200900" y="0"/>
                </a:moveTo>
                <a:lnTo>
                  <a:pt x="0" y="0"/>
                </a:lnTo>
                <a:lnTo>
                  <a:pt x="0" y="7200900"/>
                </a:lnTo>
                <a:lnTo>
                  <a:pt x="7200900" y="7200900"/>
                </a:lnTo>
                <a:lnTo>
                  <a:pt x="720090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3440954"/>
            <a:ext cx="16230600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b="1">
                <a:solidFill>
                  <a:srgbClr val="146C94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MEDTECH HACKATHON 2026</a:t>
            </a:r>
            <a:endParaRPr lang="en-US" sz="9000" b="1">
              <a:solidFill>
                <a:srgbClr val="146C94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4" name="Freeform 4"/>
          <p:cNvSpPr/>
          <p:nvPr/>
        </p:nvSpPr>
        <p:spPr>
          <a:xfrm flipV="1">
            <a:off x="0" y="-38100"/>
            <a:ext cx="2813050" cy="2574290"/>
          </a:xfrm>
          <a:custGeom>
            <a:avLst/>
            <a:gdLst/>
            <a:ahLst/>
            <a:cxnLst/>
            <a:rect l="l" t="t" r="r" b="b"/>
            <a:pathLst>
              <a:path w="4499901" h="4499901">
                <a:moveTo>
                  <a:pt x="0" y="4499901"/>
                </a:moveTo>
                <a:lnTo>
                  <a:pt x="4499901" y="4499901"/>
                </a:lnTo>
                <a:lnTo>
                  <a:pt x="4499901" y="0"/>
                </a:lnTo>
                <a:lnTo>
                  <a:pt x="0" y="0"/>
                </a:lnTo>
                <a:lnTo>
                  <a:pt x="0" y="4499901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727443" y="314059"/>
            <a:ext cx="2749534" cy="1190159"/>
          </a:xfrm>
          <a:custGeom>
            <a:avLst/>
            <a:gdLst/>
            <a:ahLst/>
            <a:cxnLst/>
            <a:rect l="l" t="t" r="r" b="b"/>
            <a:pathLst>
              <a:path w="2749534" h="1190159">
                <a:moveTo>
                  <a:pt x="0" y="0"/>
                </a:moveTo>
                <a:lnTo>
                  <a:pt x="2749535" y="0"/>
                </a:lnTo>
                <a:lnTo>
                  <a:pt x="2749535" y="1190159"/>
                </a:lnTo>
                <a:lnTo>
                  <a:pt x="0" y="11901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999857" y="385637"/>
            <a:ext cx="2642281" cy="1047004"/>
          </a:xfrm>
          <a:custGeom>
            <a:avLst/>
            <a:gdLst/>
            <a:ahLst/>
            <a:cxnLst/>
            <a:rect l="l" t="t" r="r" b="b"/>
            <a:pathLst>
              <a:path w="2642281" h="1047004">
                <a:moveTo>
                  <a:pt x="0" y="0"/>
                </a:moveTo>
                <a:lnTo>
                  <a:pt x="2642281" y="0"/>
                </a:lnTo>
                <a:lnTo>
                  <a:pt x="2642281" y="1047004"/>
                </a:lnTo>
                <a:lnTo>
                  <a:pt x="0" y="10470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090951" y="460074"/>
            <a:ext cx="3391513" cy="1034192"/>
          </a:xfrm>
          <a:custGeom>
            <a:avLst/>
            <a:gdLst/>
            <a:ahLst/>
            <a:cxnLst/>
            <a:rect l="l" t="t" r="r" b="b"/>
            <a:pathLst>
              <a:path w="3391513" h="1034192">
                <a:moveTo>
                  <a:pt x="0" y="0"/>
                </a:moveTo>
                <a:lnTo>
                  <a:pt x="3391513" y="0"/>
                </a:lnTo>
                <a:lnTo>
                  <a:pt x="3391513" y="1034193"/>
                </a:lnTo>
                <a:lnTo>
                  <a:pt x="0" y="10341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2165018" y="430761"/>
            <a:ext cx="4592430" cy="956756"/>
          </a:xfrm>
          <a:custGeom>
            <a:avLst/>
            <a:gdLst/>
            <a:ahLst/>
            <a:cxnLst/>
            <a:rect l="l" t="t" r="r" b="b"/>
            <a:pathLst>
              <a:path w="4592430" h="956756">
                <a:moveTo>
                  <a:pt x="0" y="0"/>
                </a:moveTo>
                <a:lnTo>
                  <a:pt x="4592429" y="0"/>
                </a:lnTo>
                <a:lnTo>
                  <a:pt x="4592429" y="956756"/>
                </a:lnTo>
                <a:lnTo>
                  <a:pt x="0" y="9567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28700" y="4612529"/>
            <a:ext cx="8884421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i="1">
                <a:solidFill>
                  <a:srgbClr val="062939"/>
                </a:solidFill>
                <a:latin typeface="Poppins Italics" panose="00000500000000000000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HACK HEALTH: INNOVATE TO HEAL!</a:t>
            </a:r>
            <a:endParaRPr lang="en-US" sz="4000" i="1">
              <a:solidFill>
                <a:srgbClr val="062939"/>
              </a:solidFill>
              <a:latin typeface="Poppins Italics" panose="00000500000000000000"/>
              <a:ea typeface="Poppins Italics" panose="00000500000000000000"/>
              <a:cs typeface="Poppins Italics" panose="00000500000000000000"/>
              <a:sym typeface="Poppins Italics" panose="0000050000000000000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28700" y="6392112"/>
            <a:ext cx="11136318" cy="63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>
                <a:solidFill>
                  <a:srgbClr val="062939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Project By:</a:t>
            </a:r>
            <a:endParaRPr lang="en-US" sz="3500" b="1">
              <a:solidFill>
                <a:srgbClr val="062939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7643062"/>
            <a:ext cx="11136318" cy="63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>
                <a:solidFill>
                  <a:srgbClr val="062939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Presented By:</a:t>
            </a:r>
            <a:endParaRPr lang="en-US" sz="3500" b="1">
              <a:solidFill>
                <a:srgbClr val="062939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400" y="7277100"/>
            <a:ext cx="2757170" cy="3047365"/>
          </a:xfrm>
          <a:custGeom>
            <a:avLst/>
            <a:gdLst/>
            <a:ahLst/>
            <a:cxnLst/>
            <a:rect l="l" t="t" r="r" b="b"/>
            <a:pathLst>
              <a:path w="5053769" h="5053769">
                <a:moveTo>
                  <a:pt x="0" y="0"/>
                </a:moveTo>
                <a:lnTo>
                  <a:pt x="5053769" y="0"/>
                </a:lnTo>
                <a:lnTo>
                  <a:pt x="5053769" y="5053769"/>
                </a:lnTo>
                <a:lnTo>
                  <a:pt x="0" y="505376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363544" y="571500"/>
            <a:ext cx="1048156" cy="739084"/>
          </a:xfrm>
          <a:custGeom>
            <a:avLst/>
            <a:gdLst/>
            <a:ahLst/>
            <a:cxnLst/>
            <a:rect l="l" t="t" r="r" b="b"/>
            <a:pathLst>
              <a:path w="1048156" h="739084">
                <a:moveTo>
                  <a:pt x="0" y="0"/>
                </a:moveTo>
                <a:lnTo>
                  <a:pt x="1048156" y="0"/>
                </a:lnTo>
                <a:lnTo>
                  <a:pt x="1048156" y="739084"/>
                </a:lnTo>
                <a:lnTo>
                  <a:pt x="0" y="7390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536440" y="495300"/>
            <a:ext cx="9215120" cy="9232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6000" b="1">
                <a:solidFill>
                  <a:srgbClr val="146C94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PROBLEM</a:t>
            </a:r>
            <a:r>
              <a:rPr lang="en-IN" altLang="en-US" sz="6000" b="1">
                <a:solidFill>
                  <a:srgbClr val="146C94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 </a:t>
            </a:r>
            <a:r>
              <a:rPr lang="en-US" sz="6000" b="1">
                <a:solidFill>
                  <a:srgbClr val="146C94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STATEMENT</a:t>
            </a:r>
            <a:endParaRPr lang="en-US" sz="6000" b="1">
              <a:solidFill>
                <a:srgbClr val="146C94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3040246" y="8935500"/>
            <a:ext cx="3391513" cy="1034192"/>
          </a:xfrm>
          <a:custGeom>
            <a:avLst/>
            <a:gdLst/>
            <a:ahLst/>
            <a:cxnLst/>
            <a:rect l="l" t="t" r="r" b="b"/>
            <a:pathLst>
              <a:path w="3391513" h="1034192">
                <a:moveTo>
                  <a:pt x="0" y="0"/>
                </a:moveTo>
                <a:lnTo>
                  <a:pt x="3391513" y="0"/>
                </a:lnTo>
                <a:lnTo>
                  <a:pt x="3391513" y="1034193"/>
                </a:lnTo>
                <a:lnTo>
                  <a:pt x="0" y="10341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656799" y="8857517"/>
            <a:ext cx="2749534" cy="1190159"/>
          </a:xfrm>
          <a:custGeom>
            <a:avLst/>
            <a:gdLst/>
            <a:ahLst/>
            <a:cxnLst/>
            <a:rect l="l" t="t" r="r" b="b"/>
            <a:pathLst>
              <a:path w="2749534" h="1190159">
                <a:moveTo>
                  <a:pt x="0" y="0"/>
                </a:moveTo>
                <a:lnTo>
                  <a:pt x="2749534" y="0"/>
                </a:lnTo>
                <a:lnTo>
                  <a:pt x="2749534" y="1190159"/>
                </a:lnTo>
                <a:lnTo>
                  <a:pt x="0" y="11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634933" y="8922689"/>
            <a:ext cx="2642281" cy="1047004"/>
          </a:xfrm>
          <a:custGeom>
            <a:avLst/>
            <a:gdLst/>
            <a:ahLst/>
            <a:cxnLst/>
            <a:rect l="l" t="t" r="r" b="b"/>
            <a:pathLst>
              <a:path w="2642281" h="1047004">
                <a:moveTo>
                  <a:pt x="0" y="0"/>
                </a:moveTo>
                <a:lnTo>
                  <a:pt x="2642281" y="0"/>
                </a:lnTo>
                <a:lnTo>
                  <a:pt x="2642281" y="1047004"/>
                </a:lnTo>
                <a:lnTo>
                  <a:pt x="0" y="10470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505814" y="8967813"/>
            <a:ext cx="4592430" cy="956756"/>
          </a:xfrm>
          <a:custGeom>
            <a:avLst/>
            <a:gdLst/>
            <a:ahLst/>
            <a:cxnLst/>
            <a:rect l="l" t="t" r="r" b="b"/>
            <a:pathLst>
              <a:path w="4592430" h="956756">
                <a:moveTo>
                  <a:pt x="0" y="0"/>
                </a:moveTo>
                <a:lnTo>
                  <a:pt x="4592429" y="0"/>
                </a:lnTo>
                <a:lnTo>
                  <a:pt x="4592429" y="956756"/>
                </a:lnTo>
                <a:lnTo>
                  <a:pt x="0" y="95675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5" name="Rectangles 14"/>
          <p:cNvSpPr/>
          <p:nvPr/>
        </p:nvSpPr>
        <p:spPr>
          <a:xfrm>
            <a:off x="2095500" y="1943100"/>
            <a:ext cx="14097000" cy="64008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IN" altLang="en-US" sz="2400">
              <a:ln>
                <a:noFill/>
              </a:ln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400" y="7277100"/>
            <a:ext cx="2757170" cy="3047365"/>
          </a:xfrm>
          <a:custGeom>
            <a:avLst/>
            <a:gdLst/>
            <a:ahLst/>
            <a:cxnLst/>
            <a:rect l="l" t="t" r="r" b="b"/>
            <a:pathLst>
              <a:path w="5053769" h="5053769">
                <a:moveTo>
                  <a:pt x="0" y="0"/>
                </a:moveTo>
                <a:lnTo>
                  <a:pt x="5053769" y="0"/>
                </a:lnTo>
                <a:lnTo>
                  <a:pt x="5053769" y="5053769"/>
                </a:lnTo>
                <a:lnTo>
                  <a:pt x="0" y="505376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363544" y="571500"/>
            <a:ext cx="1048156" cy="739084"/>
          </a:xfrm>
          <a:custGeom>
            <a:avLst/>
            <a:gdLst/>
            <a:ahLst/>
            <a:cxnLst/>
            <a:rect l="l" t="t" r="r" b="b"/>
            <a:pathLst>
              <a:path w="1048156" h="739084">
                <a:moveTo>
                  <a:pt x="0" y="0"/>
                </a:moveTo>
                <a:lnTo>
                  <a:pt x="1048156" y="0"/>
                </a:lnTo>
                <a:lnTo>
                  <a:pt x="1048156" y="739084"/>
                </a:lnTo>
                <a:lnTo>
                  <a:pt x="0" y="7390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536440" y="495300"/>
            <a:ext cx="9215120" cy="9232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6000" b="1">
                <a:solidFill>
                  <a:srgbClr val="146C94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PRO</a:t>
            </a:r>
            <a:r>
              <a:rPr lang="en-IN" altLang="en-US" sz="6000" b="1">
                <a:solidFill>
                  <a:srgbClr val="146C94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POSED SOLUTION</a:t>
            </a:r>
            <a:endParaRPr lang="en-IN" altLang="en-US" sz="6000" b="1">
              <a:solidFill>
                <a:srgbClr val="146C94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3040246" y="8935500"/>
            <a:ext cx="3391513" cy="1034192"/>
          </a:xfrm>
          <a:custGeom>
            <a:avLst/>
            <a:gdLst/>
            <a:ahLst/>
            <a:cxnLst/>
            <a:rect l="l" t="t" r="r" b="b"/>
            <a:pathLst>
              <a:path w="3391513" h="1034192">
                <a:moveTo>
                  <a:pt x="0" y="0"/>
                </a:moveTo>
                <a:lnTo>
                  <a:pt x="3391513" y="0"/>
                </a:lnTo>
                <a:lnTo>
                  <a:pt x="3391513" y="1034193"/>
                </a:lnTo>
                <a:lnTo>
                  <a:pt x="0" y="10341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656799" y="8857517"/>
            <a:ext cx="2749534" cy="1190159"/>
          </a:xfrm>
          <a:custGeom>
            <a:avLst/>
            <a:gdLst/>
            <a:ahLst/>
            <a:cxnLst/>
            <a:rect l="l" t="t" r="r" b="b"/>
            <a:pathLst>
              <a:path w="2749534" h="1190159">
                <a:moveTo>
                  <a:pt x="0" y="0"/>
                </a:moveTo>
                <a:lnTo>
                  <a:pt x="2749534" y="0"/>
                </a:lnTo>
                <a:lnTo>
                  <a:pt x="2749534" y="1190159"/>
                </a:lnTo>
                <a:lnTo>
                  <a:pt x="0" y="11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634933" y="8922689"/>
            <a:ext cx="2642281" cy="1047004"/>
          </a:xfrm>
          <a:custGeom>
            <a:avLst/>
            <a:gdLst/>
            <a:ahLst/>
            <a:cxnLst/>
            <a:rect l="l" t="t" r="r" b="b"/>
            <a:pathLst>
              <a:path w="2642281" h="1047004">
                <a:moveTo>
                  <a:pt x="0" y="0"/>
                </a:moveTo>
                <a:lnTo>
                  <a:pt x="2642281" y="0"/>
                </a:lnTo>
                <a:lnTo>
                  <a:pt x="2642281" y="1047004"/>
                </a:lnTo>
                <a:lnTo>
                  <a:pt x="0" y="10470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505814" y="8967813"/>
            <a:ext cx="4592430" cy="956756"/>
          </a:xfrm>
          <a:custGeom>
            <a:avLst/>
            <a:gdLst/>
            <a:ahLst/>
            <a:cxnLst/>
            <a:rect l="l" t="t" r="r" b="b"/>
            <a:pathLst>
              <a:path w="4592430" h="956756">
                <a:moveTo>
                  <a:pt x="0" y="0"/>
                </a:moveTo>
                <a:lnTo>
                  <a:pt x="4592429" y="0"/>
                </a:lnTo>
                <a:lnTo>
                  <a:pt x="4592429" y="956756"/>
                </a:lnTo>
                <a:lnTo>
                  <a:pt x="0" y="95675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5" name="Rectangles 14"/>
          <p:cNvSpPr/>
          <p:nvPr/>
        </p:nvSpPr>
        <p:spPr>
          <a:xfrm>
            <a:off x="2095500" y="1943100"/>
            <a:ext cx="14097000" cy="64008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IN" altLang="en-US" sz="2400">
              <a:ln>
                <a:noFill/>
              </a:ln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400" y="7277100"/>
            <a:ext cx="2757170" cy="3047365"/>
          </a:xfrm>
          <a:custGeom>
            <a:avLst/>
            <a:gdLst/>
            <a:ahLst/>
            <a:cxnLst/>
            <a:rect l="l" t="t" r="r" b="b"/>
            <a:pathLst>
              <a:path w="5053769" h="5053769">
                <a:moveTo>
                  <a:pt x="0" y="0"/>
                </a:moveTo>
                <a:lnTo>
                  <a:pt x="5053769" y="0"/>
                </a:lnTo>
                <a:lnTo>
                  <a:pt x="5053769" y="5053769"/>
                </a:lnTo>
                <a:lnTo>
                  <a:pt x="0" y="505376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363544" y="571500"/>
            <a:ext cx="1048156" cy="739084"/>
          </a:xfrm>
          <a:custGeom>
            <a:avLst/>
            <a:gdLst/>
            <a:ahLst/>
            <a:cxnLst/>
            <a:rect l="l" t="t" r="r" b="b"/>
            <a:pathLst>
              <a:path w="1048156" h="739084">
                <a:moveTo>
                  <a:pt x="0" y="0"/>
                </a:moveTo>
                <a:lnTo>
                  <a:pt x="1048156" y="0"/>
                </a:lnTo>
                <a:lnTo>
                  <a:pt x="1048156" y="739084"/>
                </a:lnTo>
                <a:lnTo>
                  <a:pt x="0" y="7390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536440" y="495300"/>
            <a:ext cx="9215120" cy="9232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6000" b="1">
                <a:solidFill>
                  <a:srgbClr val="146C94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PRO</a:t>
            </a:r>
            <a:r>
              <a:rPr lang="en-IN" altLang="en-US" sz="6000" b="1">
                <a:solidFill>
                  <a:srgbClr val="146C94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TOTYPE / DEMO</a:t>
            </a:r>
            <a:endParaRPr lang="en-IN" altLang="en-US" sz="6000" b="1">
              <a:solidFill>
                <a:srgbClr val="146C94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3040246" y="8935500"/>
            <a:ext cx="3391513" cy="1034192"/>
          </a:xfrm>
          <a:custGeom>
            <a:avLst/>
            <a:gdLst/>
            <a:ahLst/>
            <a:cxnLst/>
            <a:rect l="l" t="t" r="r" b="b"/>
            <a:pathLst>
              <a:path w="3391513" h="1034192">
                <a:moveTo>
                  <a:pt x="0" y="0"/>
                </a:moveTo>
                <a:lnTo>
                  <a:pt x="3391513" y="0"/>
                </a:lnTo>
                <a:lnTo>
                  <a:pt x="3391513" y="1034193"/>
                </a:lnTo>
                <a:lnTo>
                  <a:pt x="0" y="10341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656799" y="8857517"/>
            <a:ext cx="2749534" cy="1190159"/>
          </a:xfrm>
          <a:custGeom>
            <a:avLst/>
            <a:gdLst/>
            <a:ahLst/>
            <a:cxnLst/>
            <a:rect l="l" t="t" r="r" b="b"/>
            <a:pathLst>
              <a:path w="2749534" h="1190159">
                <a:moveTo>
                  <a:pt x="0" y="0"/>
                </a:moveTo>
                <a:lnTo>
                  <a:pt x="2749534" y="0"/>
                </a:lnTo>
                <a:lnTo>
                  <a:pt x="2749534" y="1190159"/>
                </a:lnTo>
                <a:lnTo>
                  <a:pt x="0" y="11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634933" y="8922689"/>
            <a:ext cx="2642281" cy="1047004"/>
          </a:xfrm>
          <a:custGeom>
            <a:avLst/>
            <a:gdLst/>
            <a:ahLst/>
            <a:cxnLst/>
            <a:rect l="l" t="t" r="r" b="b"/>
            <a:pathLst>
              <a:path w="2642281" h="1047004">
                <a:moveTo>
                  <a:pt x="0" y="0"/>
                </a:moveTo>
                <a:lnTo>
                  <a:pt x="2642281" y="0"/>
                </a:lnTo>
                <a:lnTo>
                  <a:pt x="2642281" y="1047004"/>
                </a:lnTo>
                <a:lnTo>
                  <a:pt x="0" y="10470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505814" y="8967813"/>
            <a:ext cx="4592430" cy="956756"/>
          </a:xfrm>
          <a:custGeom>
            <a:avLst/>
            <a:gdLst/>
            <a:ahLst/>
            <a:cxnLst/>
            <a:rect l="l" t="t" r="r" b="b"/>
            <a:pathLst>
              <a:path w="4592430" h="956756">
                <a:moveTo>
                  <a:pt x="0" y="0"/>
                </a:moveTo>
                <a:lnTo>
                  <a:pt x="4592429" y="0"/>
                </a:lnTo>
                <a:lnTo>
                  <a:pt x="4592429" y="956756"/>
                </a:lnTo>
                <a:lnTo>
                  <a:pt x="0" y="95675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5" name="Rectangles 14"/>
          <p:cNvSpPr/>
          <p:nvPr/>
        </p:nvSpPr>
        <p:spPr>
          <a:xfrm>
            <a:off x="2095500" y="1943100"/>
            <a:ext cx="14097000" cy="64008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IN" altLang="en-US" sz="2400">
              <a:ln>
                <a:noFill/>
              </a:ln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400" y="7277100"/>
            <a:ext cx="2757170" cy="3047365"/>
          </a:xfrm>
          <a:custGeom>
            <a:avLst/>
            <a:gdLst/>
            <a:ahLst/>
            <a:cxnLst/>
            <a:rect l="l" t="t" r="r" b="b"/>
            <a:pathLst>
              <a:path w="5053769" h="5053769">
                <a:moveTo>
                  <a:pt x="0" y="0"/>
                </a:moveTo>
                <a:lnTo>
                  <a:pt x="5053769" y="0"/>
                </a:lnTo>
                <a:lnTo>
                  <a:pt x="5053769" y="5053769"/>
                </a:lnTo>
                <a:lnTo>
                  <a:pt x="0" y="505376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363544" y="571500"/>
            <a:ext cx="1048156" cy="739084"/>
          </a:xfrm>
          <a:custGeom>
            <a:avLst/>
            <a:gdLst/>
            <a:ahLst/>
            <a:cxnLst/>
            <a:rect l="l" t="t" r="r" b="b"/>
            <a:pathLst>
              <a:path w="1048156" h="739084">
                <a:moveTo>
                  <a:pt x="0" y="0"/>
                </a:moveTo>
                <a:lnTo>
                  <a:pt x="1048156" y="0"/>
                </a:lnTo>
                <a:lnTo>
                  <a:pt x="1048156" y="739084"/>
                </a:lnTo>
                <a:lnTo>
                  <a:pt x="0" y="7390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536440" y="495300"/>
            <a:ext cx="9215120" cy="9232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IN" altLang="en-US" sz="6000" b="1">
                <a:solidFill>
                  <a:srgbClr val="146C94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MARKET POTENTIAL</a:t>
            </a:r>
            <a:endParaRPr lang="en-IN" altLang="en-US" sz="6000" b="1">
              <a:solidFill>
                <a:srgbClr val="146C94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3040246" y="8935500"/>
            <a:ext cx="3391513" cy="1034192"/>
          </a:xfrm>
          <a:custGeom>
            <a:avLst/>
            <a:gdLst/>
            <a:ahLst/>
            <a:cxnLst/>
            <a:rect l="l" t="t" r="r" b="b"/>
            <a:pathLst>
              <a:path w="3391513" h="1034192">
                <a:moveTo>
                  <a:pt x="0" y="0"/>
                </a:moveTo>
                <a:lnTo>
                  <a:pt x="3391513" y="0"/>
                </a:lnTo>
                <a:lnTo>
                  <a:pt x="3391513" y="1034193"/>
                </a:lnTo>
                <a:lnTo>
                  <a:pt x="0" y="10341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656799" y="8857517"/>
            <a:ext cx="2749534" cy="1190159"/>
          </a:xfrm>
          <a:custGeom>
            <a:avLst/>
            <a:gdLst/>
            <a:ahLst/>
            <a:cxnLst/>
            <a:rect l="l" t="t" r="r" b="b"/>
            <a:pathLst>
              <a:path w="2749534" h="1190159">
                <a:moveTo>
                  <a:pt x="0" y="0"/>
                </a:moveTo>
                <a:lnTo>
                  <a:pt x="2749534" y="0"/>
                </a:lnTo>
                <a:lnTo>
                  <a:pt x="2749534" y="1190159"/>
                </a:lnTo>
                <a:lnTo>
                  <a:pt x="0" y="11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634933" y="8922689"/>
            <a:ext cx="2642281" cy="1047004"/>
          </a:xfrm>
          <a:custGeom>
            <a:avLst/>
            <a:gdLst/>
            <a:ahLst/>
            <a:cxnLst/>
            <a:rect l="l" t="t" r="r" b="b"/>
            <a:pathLst>
              <a:path w="2642281" h="1047004">
                <a:moveTo>
                  <a:pt x="0" y="0"/>
                </a:moveTo>
                <a:lnTo>
                  <a:pt x="2642281" y="0"/>
                </a:lnTo>
                <a:lnTo>
                  <a:pt x="2642281" y="1047004"/>
                </a:lnTo>
                <a:lnTo>
                  <a:pt x="0" y="10470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505814" y="8967813"/>
            <a:ext cx="4592430" cy="956756"/>
          </a:xfrm>
          <a:custGeom>
            <a:avLst/>
            <a:gdLst/>
            <a:ahLst/>
            <a:cxnLst/>
            <a:rect l="l" t="t" r="r" b="b"/>
            <a:pathLst>
              <a:path w="4592430" h="956756">
                <a:moveTo>
                  <a:pt x="0" y="0"/>
                </a:moveTo>
                <a:lnTo>
                  <a:pt x="4592429" y="0"/>
                </a:lnTo>
                <a:lnTo>
                  <a:pt x="4592429" y="956756"/>
                </a:lnTo>
                <a:lnTo>
                  <a:pt x="0" y="95675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5" name="Rectangles 14"/>
          <p:cNvSpPr/>
          <p:nvPr/>
        </p:nvSpPr>
        <p:spPr>
          <a:xfrm>
            <a:off x="2095500" y="1943100"/>
            <a:ext cx="14097000" cy="64008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IN" altLang="en-US" sz="2400">
              <a:ln>
                <a:noFill/>
              </a:ln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400" y="7277100"/>
            <a:ext cx="2757170" cy="3047365"/>
          </a:xfrm>
          <a:custGeom>
            <a:avLst/>
            <a:gdLst/>
            <a:ahLst/>
            <a:cxnLst/>
            <a:rect l="l" t="t" r="r" b="b"/>
            <a:pathLst>
              <a:path w="5053769" h="5053769">
                <a:moveTo>
                  <a:pt x="0" y="0"/>
                </a:moveTo>
                <a:lnTo>
                  <a:pt x="5053769" y="0"/>
                </a:lnTo>
                <a:lnTo>
                  <a:pt x="5053769" y="5053769"/>
                </a:lnTo>
                <a:lnTo>
                  <a:pt x="0" y="505376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363544" y="571500"/>
            <a:ext cx="1048156" cy="739084"/>
          </a:xfrm>
          <a:custGeom>
            <a:avLst/>
            <a:gdLst/>
            <a:ahLst/>
            <a:cxnLst/>
            <a:rect l="l" t="t" r="r" b="b"/>
            <a:pathLst>
              <a:path w="1048156" h="739084">
                <a:moveTo>
                  <a:pt x="0" y="0"/>
                </a:moveTo>
                <a:lnTo>
                  <a:pt x="1048156" y="0"/>
                </a:lnTo>
                <a:lnTo>
                  <a:pt x="1048156" y="739084"/>
                </a:lnTo>
                <a:lnTo>
                  <a:pt x="0" y="7390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536440" y="495300"/>
            <a:ext cx="9215120" cy="9232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IN" altLang="en-US" sz="6000" b="1">
                <a:solidFill>
                  <a:srgbClr val="146C94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ROADMAP</a:t>
            </a:r>
            <a:endParaRPr lang="en-IN" altLang="en-US" sz="6000" b="1">
              <a:solidFill>
                <a:srgbClr val="146C94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3040246" y="8935500"/>
            <a:ext cx="3391513" cy="1034192"/>
          </a:xfrm>
          <a:custGeom>
            <a:avLst/>
            <a:gdLst/>
            <a:ahLst/>
            <a:cxnLst/>
            <a:rect l="l" t="t" r="r" b="b"/>
            <a:pathLst>
              <a:path w="3391513" h="1034192">
                <a:moveTo>
                  <a:pt x="0" y="0"/>
                </a:moveTo>
                <a:lnTo>
                  <a:pt x="3391513" y="0"/>
                </a:lnTo>
                <a:lnTo>
                  <a:pt x="3391513" y="1034193"/>
                </a:lnTo>
                <a:lnTo>
                  <a:pt x="0" y="10341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656799" y="8857517"/>
            <a:ext cx="2749534" cy="1190159"/>
          </a:xfrm>
          <a:custGeom>
            <a:avLst/>
            <a:gdLst/>
            <a:ahLst/>
            <a:cxnLst/>
            <a:rect l="l" t="t" r="r" b="b"/>
            <a:pathLst>
              <a:path w="2749534" h="1190159">
                <a:moveTo>
                  <a:pt x="0" y="0"/>
                </a:moveTo>
                <a:lnTo>
                  <a:pt x="2749534" y="0"/>
                </a:lnTo>
                <a:lnTo>
                  <a:pt x="2749534" y="1190159"/>
                </a:lnTo>
                <a:lnTo>
                  <a:pt x="0" y="11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634933" y="8922689"/>
            <a:ext cx="2642281" cy="1047004"/>
          </a:xfrm>
          <a:custGeom>
            <a:avLst/>
            <a:gdLst/>
            <a:ahLst/>
            <a:cxnLst/>
            <a:rect l="l" t="t" r="r" b="b"/>
            <a:pathLst>
              <a:path w="2642281" h="1047004">
                <a:moveTo>
                  <a:pt x="0" y="0"/>
                </a:moveTo>
                <a:lnTo>
                  <a:pt x="2642281" y="0"/>
                </a:lnTo>
                <a:lnTo>
                  <a:pt x="2642281" y="1047004"/>
                </a:lnTo>
                <a:lnTo>
                  <a:pt x="0" y="10470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505814" y="8967813"/>
            <a:ext cx="4592430" cy="956756"/>
          </a:xfrm>
          <a:custGeom>
            <a:avLst/>
            <a:gdLst/>
            <a:ahLst/>
            <a:cxnLst/>
            <a:rect l="l" t="t" r="r" b="b"/>
            <a:pathLst>
              <a:path w="4592430" h="956756">
                <a:moveTo>
                  <a:pt x="0" y="0"/>
                </a:moveTo>
                <a:lnTo>
                  <a:pt x="4592429" y="0"/>
                </a:lnTo>
                <a:lnTo>
                  <a:pt x="4592429" y="956756"/>
                </a:lnTo>
                <a:lnTo>
                  <a:pt x="0" y="95675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5" name="Rectangles 14"/>
          <p:cNvSpPr/>
          <p:nvPr/>
        </p:nvSpPr>
        <p:spPr>
          <a:xfrm>
            <a:off x="2095500" y="1943100"/>
            <a:ext cx="14097000" cy="64008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IN" altLang="en-US" sz="2400">
              <a:ln>
                <a:noFill/>
              </a:ln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400" y="7277100"/>
            <a:ext cx="2757170" cy="3047365"/>
          </a:xfrm>
          <a:custGeom>
            <a:avLst/>
            <a:gdLst/>
            <a:ahLst/>
            <a:cxnLst/>
            <a:rect l="l" t="t" r="r" b="b"/>
            <a:pathLst>
              <a:path w="5053769" h="5053769">
                <a:moveTo>
                  <a:pt x="0" y="0"/>
                </a:moveTo>
                <a:lnTo>
                  <a:pt x="5053769" y="0"/>
                </a:lnTo>
                <a:lnTo>
                  <a:pt x="5053769" y="5053769"/>
                </a:lnTo>
                <a:lnTo>
                  <a:pt x="0" y="505376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363544" y="571500"/>
            <a:ext cx="1048156" cy="739084"/>
          </a:xfrm>
          <a:custGeom>
            <a:avLst/>
            <a:gdLst/>
            <a:ahLst/>
            <a:cxnLst/>
            <a:rect l="l" t="t" r="r" b="b"/>
            <a:pathLst>
              <a:path w="1048156" h="739084">
                <a:moveTo>
                  <a:pt x="0" y="0"/>
                </a:moveTo>
                <a:lnTo>
                  <a:pt x="1048156" y="0"/>
                </a:lnTo>
                <a:lnTo>
                  <a:pt x="1048156" y="739084"/>
                </a:lnTo>
                <a:lnTo>
                  <a:pt x="0" y="7390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536440" y="495300"/>
            <a:ext cx="9215120" cy="9232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IN" sz="6000" b="1">
                <a:solidFill>
                  <a:srgbClr val="146C94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BUSINESS PLAN</a:t>
            </a:r>
            <a:endParaRPr lang="en-IN" sz="6000" b="1">
              <a:solidFill>
                <a:srgbClr val="146C94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3040246" y="8935500"/>
            <a:ext cx="3391513" cy="1034192"/>
          </a:xfrm>
          <a:custGeom>
            <a:avLst/>
            <a:gdLst/>
            <a:ahLst/>
            <a:cxnLst/>
            <a:rect l="l" t="t" r="r" b="b"/>
            <a:pathLst>
              <a:path w="3391513" h="1034192">
                <a:moveTo>
                  <a:pt x="0" y="0"/>
                </a:moveTo>
                <a:lnTo>
                  <a:pt x="3391513" y="0"/>
                </a:lnTo>
                <a:lnTo>
                  <a:pt x="3391513" y="1034193"/>
                </a:lnTo>
                <a:lnTo>
                  <a:pt x="0" y="10341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656799" y="8857517"/>
            <a:ext cx="2749534" cy="1190159"/>
          </a:xfrm>
          <a:custGeom>
            <a:avLst/>
            <a:gdLst/>
            <a:ahLst/>
            <a:cxnLst/>
            <a:rect l="l" t="t" r="r" b="b"/>
            <a:pathLst>
              <a:path w="2749534" h="1190159">
                <a:moveTo>
                  <a:pt x="0" y="0"/>
                </a:moveTo>
                <a:lnTo>
                  <a:pt x="2749534" y="0"/>
                </a:lnTo>
                <a:lnTo>
                  <a:pt x="2749534" y="1190159"/>
                </a:lnTo>
                <a:lnTo>
                  <a:pt x="0" y="11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634933" y="8922689"/>
            <a:ext cx="2642281" cy="1047004"/>
          </a:xfrm>
          <a:custGeom>
            <a:avLst/>
            <a:gdLst/>
            <a:ahLst/>
            <a:cxnLst/>
            <a:rect l="l" t="t" r="r" b="b"/>
            <a:pathLst>
              <a:path w="2642281" h="1047004">
                <a:moveTo>
                  <a:pt x="0" y="0"/>
                </a:moveTo>
                <a:lnTo>
                  <a:pt x="2642281" y="0"/>
                </a:lnTo>
                <a:lnTo>
                  <a:pt x="2642281" y="1047004"/>
                </a:lnTo>
                <a:lnTo>
                  <a:pt x="0" y="10470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505814" y="8967813"/>
            <a:ext cx="4592430" cy="956756"/>
          </a:xfrm>
          <a:custGeom>
            <a:avLst/>
            <a:gdLst/>
            <a:ahLst/>
            <a:cxnLst/>
            <a:rect l="l" t="t" r="r" b="b"/>
            <a:pathLst>
              <a:path w="4592430" h="956756">
                <a:moveTo>
                  <a:pt x="0" y="0"/>
                </a:moveTo>
                <a:lnTo>
                  <a:pt x="4592429" y="0"/>
                </a:lnTo>
                <a:lnTo>
                  <a:pt x="4592429" y="956756"/>
                </a:lnTo>
                <a:lnTo>
                  <a:pt x="0" y="95675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5" name="Rectangles 14"/>
          <p:cNvSpPr/>
          <p:nvPr/>
        </p:nvSpPr>
        <p:spPr>
          <a:xfrm>
            <a:off x="2095500" y="1943100"/>
            <a:ext cx="14097000" cy="64008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IN" altLang="en-US" sz="2400">
              <a:ln>
                <a:noFill/>
              </a:ln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400" y="7277100"/>
            <a:ext cx="2757170" cy="3047365"/>
          </a:xfrm>
          <a:custGeom>
            <a:avLst/>
            <a:gdLst/>
            <a:ahLst/>
            <a:cxnLst/>
            <a:rect l="l" t="t" r="r" b="b"/>
            <a:pathLst>
              <a:path w="5053769" h="5053769">
                <a:moveTo>
                  <a:pt x="0" y="0"/>
                </a:moveTo>
                <a:lnTo>
                  <a:pt x="5053769" y="0"/>
                </a:lnTo>
                <a:lnTo>
                  <a:pt x="5053769" y="5053769"/>
                </a:lnTo>
                <a:lnTo>
                  <a:pt x="0" y="505376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363544" y="571500"/>
            <a:ext cx="1048156" cy="739084"/>
          </a:xfrm>
          <a:custGeom>
            <a:avLst/>
            <a:gdLst/>
            <a:ahLst/>
            <a:cxnLst/>
            <a:rect l="l" t="t" r="r" b="b"/>
            <a:pathLst>
              <a:path w="1048156" h="739084">
                <a:moveTo>
                  <a:pt x="0" y="0"/>
                </a:moveTo>
                <a:lnTo>
                  <a:pt x="1048156" y="0"/>
                </a:lnTo>
                <a:lnTo>
                  <a:pt x="1048156" y="739084"/>
                </a:lnTo>
                <a:lnTo>
                  <a:pt x="0" y="7390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536440" y="495300"/>
            <a:ext cx="9215120" cy="9232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IN" sz="6000" b="1">
                <a:solidFill>
                  <a:srgbClr val="146C94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ASK</a:t>
            </a:r>
            <a:endParaRPr lang="en-IN" sz="6000" b="1">
              <a:solidFill>
                <a:srgbClr val="146C94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3040246" y="8935500"/>
            <a:ext cx="3391513" cy="1034192"/>
          </a:xfrm>
          <a:custGeom>
            <a:avLst/>
            <a:gdLst/>
            <a:ahLst/>
            <a:cxnLst/>
            <a:rect l="l" t="t" r="r" b="b"/>
            <a:pathLst>
              <a:path w="3391513" h="1034192">
                <a:moveTo>
                  <a:pt x="0" y="0"/>
                </a:moveTo>
                <a:lnTo>
                  <a:pt x="3391513" y="0"/>
                </a:lnTo>
                <a:lnTo>
                  <a:pt x="3391513" y="1034193"/>
                </a:lnTo>
                <a:lnTo>
                  <a:pt x="0" y="10341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656799" y="8857517"/>
            <a:ext cx="2749534" cy="1190159"/>
          </a:xfrm>
          <a:custGeom>
            <a:avLst/>
            <a:gdLst/>
            <a:ahLst/>
            <a:cxnLst/>
            <a:rect l="l" t="t" r="r" b="b"/>
            <a:pathLst>
              <a:path w="2749534" h="1190159">
                <a:moveTo>
                  <a:pt x="0" y="0"/>
                </a:moveTo>
                <a:lnTo>
                  <a:pt x="2749534" y="0"/>
                </a:lnTo>
                <a:lnTo>
                  <a:pt x="2749534" y="1190159"/>
                </a:lnTo>
                <a:lnTo>
                  <a:pt x="0" y="11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634933" y="8922689"/>
            <a:ext cx="2642281" cy="1047004"/>
          </a:xfrm>
          <a:custGeom>
            <a:avLst/>
            <a:gdLst/>
            <a:ahLst/>
            <a:cxnLst/>
            <a:rect l="l" t="t" r="r" b="b"/>
            <a:pathLst>
              <a:path w="2642281" h="1047004">
                <a:moveTo>
                  <a:pt x="0" y="0"/>
                </a:moveTo>
                <a:lnTo>
                  <a:pt x="2642281" y="0"/>
                </a:lnTo>
                <a:lnTo>
                  <a:pt x="2642281" y="1047004"/>
                </a:lnTo>
                <a:lnTo>
                  <a:pt x="0" y="10470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505814" y="8967813"/>
            <a:ext cx="4592430" cy="956756"/>
          </a:xfrm>
          <a:custGeom>
            <a:avLst/>
            <a:gdLst/>
            <a:ahLst/>
            <a:cxnLst/>
            <a:rect l="l" t="t" r="r" b="b"/>
            <a:pathLst>
              <a:path w="4592430" h="956756">
                <a:moveTo>
                  <a:pt x="0" y="0"/>
                </a:moveTo>
                <a:lnTo>
                  <a:pt x="4592429" y="0"/>
                </a:lnTo>
                <a:lnTo>
                  <a:pt x="4592429" y="956756"/>
                </a:lnTo>
                <a:lnTo>
                  <a:pt x="0" y="95675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5" name="Rectangles 14"/>
          <p:cNvSpPr/>
          <p:nvPr/>
        </p:nvSpPr>
        <p:spPr>
          <a:xfrm>
            <a:off x="2095500" y="1943100"/>
            <a:ext cx="14097000" cy="64008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IN" altLang="en-US" sz="2400">
              <a:ln>
                <a:noFill/>
              </a:ln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400" y="7277100"/>
            <a:ext cx="2757170" cy="3047365"/>
          </a:xfrm>
          <a:custGeom>
            <a:avLst/>
            <a:gdLst/>
            <a:ahLst/>
            <a:cxnLst/>
            <a:rect l="l" t="t" r="r" b="b"/>
            <a:pathLst>
              <a:path w="5053769" h="5053769">
                <a:moveTo>
                  <a:pt x="0" y="0"/>
                </a:moveTo>
                <a:lnTo>
                  <a:pt x="5053769" y="0"/>
                </a:lnTo>
                <a:lnTo>
                  <a:pt x="5053769" y="5053769"/>
                </a:lnTo>
                <a:lnTo>
                  <a:pt x="0" y="505376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363544" y="571500"/>
            <a:ext cx="1048156" cy="739084"/>
          </a:xfrm>
          <a:custGeom>
            <a:avLst/>
            <a:gdLst/>
            <a:ahLst/>
            <a:cxnLst/>
            <a:rect l="l" t="t" r="r" b="b"/>
            <a:pathLst>
              <a:path w="1048156" h="739084">
                <a:moveTo>
                  <a:pt x="0" y="0"/>
                </a:moveTo>
                <a:lnTo>
                  <a:pt x="1048156" y="0"/>
                </a:lnTo>
                <a:lnTo>
                  <a:pt x="1048156" y="739084"/>
                </a:lnTo>
                <a:lnTo>
                  <a:pt x="0" y="7390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536440" y="495300"/>
            <a:ext cx="9215120" cy="9232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IN" altLang="en-US" sz="6000" b="1">
                <a:solidFill>
                  <a:srgbClr val="146C94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TEAM</a:t>
            </a:r>
            <a:endParaRPr lang="en-IN" altLang="en-US" sz="6000" b="1">
              <a:solidFill>
                <a:srgbClr val="146C94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3040246" y="8935500"/>
            <a:ext cx="3391513" cy="1034192"/>
          </a:xfrm>
          <a:custGeom>
            <a:avLst/>
            <a:gdLst/>
            <a:ahLst/>
            <a:cxnLst/>
            <a:rect l="l" t="t" r="r" b="b"/>
            <a:pathLst>
              <a:path w="3391513" h="1034192">
                <a:moveTo>
                  <a:pt x="0" y="0"/>
                </a:moveTo>
                <a:lnTo>
                  <a:pt x="3391513" y="0"/>
                </a:lnTo>
                <a:lnTo>
                  <a:pt x="3391513" y="1034193"/>
                </a:lnTo>
                <a:lnTo>
                  <a:pt x="0" y="10341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656799" y="8857517"/>
            <a:ext cx="2749534" cy="1190159"/>
          </a:xfrm>
          <a:custGeom>
            <a:avLst/>
            <a:gdLst/>
            <a:ahLst/>
            <a:cxnLst/>
            <a:rect l="l" t="t" r="r" b="b"/>
            <a:pathLst>
              <a:path w="2749534" h="1190159">
                <a:moveTo>
                  <a:pt x="0" y="0"/>
                </a:moveTo>
                <a:lnTo>
                  <a:pt x="2749534" y="0"/>
                </a:lnTo>
                <a:lnTo>
                  <a:pt x="2749534" y="1190159"/>
                </a:lnTo>
                <a:lnTo>
                  <a:pt x="0" y="11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634933" y="8922689"/>
            <a:ext cx="2642281" cy="1047004"/>
          </a:xfrm>
          <a:custGeom>
            <a:avLst/>
            <a:gdLst/>
            <a:ahLst/>
            <a:cxnLst/>
            <a:rect l="l" t="t" r="r" b="b"/>
            <a:pathLst>
              <a:path w="2642281" h="1047004">
                <a:moveTo>
                  <a:pt x="0" y="0"/>
                </a:moveTo>
                <a:lnTo>
                  <a:pt x="2642281" y="0"/>
                </a:lnTo>
                <a:lnTo>
                  <a:pt x="2642281" y="1047004"/>
                </a:lnTo>
                <a:lnTo>
                  <a:pt x="0" y="10470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505814" y="8967813"/>
            <a:ext cx="4592430" cy="956756"/>
          </a:xfrm>
          <a:custGeom>
            <a:avLst/>
            <a:gdLst/>
            <a:ahLst/>
            <a:cxnLst/>
            <a:rect l="l" t="t" r="r" b="b"/>
            <a:pathLst>
              <a:path w="4592430" h="956756">
                <a:moveTo>
                  <a:pt x="0" y="0"/>
                </a:moveTo>
                <a:lnTo>
                  <a:pt x="4592429" y="0"/>
                </a:lnTo>
                <a:lnTo>
                  <a:pt x="4592429" y="956756"/>
                </a:lnTo>
                <a:lnTo>
                  <a:pt x="0" y="95675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5" name="Rectangles 14"/>
          <p:cNvSpPr/>
          <p:nvPr/>
        </p:nvSpPr>
        <p:spPr>
          <a:xfrm>
            <a:off x="2095500" y="1943100"/>
            <a:ext cx="14097000" cy="64008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IN" altLang="en-US" sz="2400">
              <a:ln>
                <a:noFill/>
              </a:ln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3411835" y="5395595"/>
            <a:ext cx="4876165" cy="4891405"/>
          </a:xfrm>
          <a:custGeom>
            <a:avLst/>
            <a:gdLst/>
            <a:ahLst/>
            <a:cxnLst/>
            <a:rect l="l" t="t" r="r" b="b"/>
            <a:pathLst>
              <a:path w="7200900" h="7200900">
                <a:moveTo>
                  <a:pt x="7200900" y="0"/>
                </a:moveTo>
                <a:lnTo>
                  <a:pt x="0" y="0"/>
                </a:lnTo>
                <a:lnTo>
                  <a:pt x="0" y="7200900"/>
                </a:lnTo>
                <a:lnTo>
                  <a:pt x="7200900" y="7200900"/>
                </a:lnTo>
                <a:lnTo>
                  <a:pt x="720090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025708" y="4566603"/>
            <a:ext cx="8236585" cy="11537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IN" altLang="en-US" sz="9000" b="1">
                <a:solidFill>
                  <a:srgbClr val="146C94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THANK YOU</a:t>
            </a:r>
            <a:endParaRPr lang="en-IN" altLang="en-US" sz="9000" b="1">
              <a:solidFill>
                <a:srgbClr val="146C94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4" name="Freeform 4"/>
          <p:cNvSpPr/>
          <p:nvPr/>
        </p:nvSpPr>
        <p:spPr>
          <a:xfrm flipV="1">
            <a:off x="0" y="-38100"/>
            <a:ext cx="2813050" cy="2574290"/>
          </a:xfrm>
          <a:custGeom>
            <a:avLst/>
            <a:gdLst/>
            <a:ahLst/>
            <a:cxnLst/>
            <a:rect l="l" t="t" r="r" b="b"/>
            <a:pathLst>
              <a:path w="4499901" h="4499901">
                <a:moveTo>
                  <a:pt x="0" y="4499901"/>
                </a:moveTo>
                <a:lnTo>
                  <a:pt x="4499901" y="4499901"/>
                </a:lnTo>
                <a:lnTo>
                  <a:pt x="4499901" y="0"/>
                </a:lnTo>
                <a:lnTo>
                  <a:pt x="0" y="0"/>
                </a:lnTo>
                <a:lnTo>
                  <a:pt x="0" y="4499901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727443" y="314059"/>
            <a:ext cx="2749534" cy="1190159"/>
          </a:xfrm>
          <a:custGeom>
            <a:avLst/>
            <a:gdLst/>
            <a:ahLst/>
            <a:cxnLst/>
            <a:rect l="l" t="t" r="r" b="b"/>
            <a:pathLst>
              <a:path w="2749534" h="1190159">
                <a:moveTo>
                  <a:pt x="0" y="0"/>
                </a:moveTo>
                <a:lnTo>
                  <a:pt x="2749535" y="0"/>
                </a:lnTo>
                <a:lnTo>
                  <a:pt x="2749535" y="1190159"/>
                </a:lnTo>
                <a:lnTo>
                  <a:pt x="0" y="11901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999857" y="385637"/>
            <a:ext cx="2642281" cy="1047004"/>
          </a:xfrm>
          <a:custGeom>
            <a:avLst/>
            <a:gdLst/>
            <a:ahLst/>
            <a:cxnLst/>
            <a:rect l="l" t="t" r="r" b="b"/>
            <a:pathLst>
              <a:path w="2642281" h="1047004">
                <a:moveTo>
                  <a:pt x="0" y="0"/>
                </a:moveTo>
                <a:lnTo>
                  <a:pt x="2642281" y="0"/>
                </a:lnTo>
                <a:lnTo>
                  <a:pt x="2642281" y="1047004"/>
                </a:lnTo>
                <a:lnTo>
                  <a:pt x="0" y="10470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090951" y="460074"/>
            <a:ext cx="3391513" cy="1034192"/>
          </a:xfrm>
          <a:custGeom>
            <a:avLst/>
            <a:gdLst/>
            <a:ahLst/>
            <a:cxnLst/>
            <a:rect l="l" t="t" r="r" b="b"/>
            <a:pathLst>
              <a:path w="3391513" h="1034192">
                <a:moveTo>
                  <a:pt x="0" y="0"/>
                </a:moveTo>
                <a:lnTo>
                  <a:pt x="3391513" y="0"/>
                </a:lnTo>
                <a:lnTo>
                  <a:pt x="3391513" y="1034193"/>
                </a:lnTo>
                <a:lnTo>
                  <a:pt x="0" y="10341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2165018" y="430761"/>
            <a:ext cx="4592430" cy="956756"/>
          </a:xfrm>
          <a:custGeom>
            <a:avLst/>
            <a:gdLst/>
            <a:ahLst/>
            <a:cxnLst/>
            <a:rect l="l" t="t" r="r" b="b"/>
            <a:pathLst>
              <a:path w="4592430" h="956756">
                <a:moveTo>
                  <a:pt x="0" y="0"/>
                </a:moveTo>
                <a:lnTo>
                  <a:pt x="4592429" y="0"/>
                </a:lnTo>
                <a:lnTo>
                  <a:pt x="4592429" y="956756"/>
                </a:lnTo>
                <a:lnTo>
                  <a:pt x="0" y="9567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</Words>
  <Application>WPS Presentation</Application>
  <PresentationFormat>On-screen Show (4:3)</PresentationFormat>
  <Paragraphs>26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SimSun</vt:lpstr>
      <vt:lpstr>Wingdings</vt:lpstr>
      <vt:lpstr>Poppins Bold</vt:lpstr>
      <vt:lpstr>Poppins Italics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Medtech hackathon 2026</dc:title>
  <dc:creator/>
  <cp:lastModifiedBy>Johra Shaikh</cp:lastModifiedBy>
  <cp:revision>4</cp:revision>
  <dcterms:created xsi:type="dcterms:W3CDTF">2006-08-16T00:00:00Z</dcterms:created>
  <dcterms:modified xsi:type="dcterms:W3CDTF">2026-03-18T09:53:50Z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C5D146413E8D48EC8BB0DE3BE177561E_12</vt:lpwstr>
  </property>
  <property fmtid="{D5CDD505-2E9C-101B-9397-08002B2CF9AE}" pid="3" name="KSOProductBuildVer">
    <vt:lpwstr>1033-12.2.0.23155</vt:lpwstr>
  </property>
</Properties>
</file>